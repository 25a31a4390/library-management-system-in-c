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Library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Library Management System (LMS) is a software application used to manage library operations.</a:t>
            </a:r>
          </a:p>
          <a:p>
            <a:r>
              <a:t>It helps in maintaining records of books, users, and transactions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 library operations</a:t>
            </a:r>
          </a:p>
          <a:p>
            <a:r>
              <a:t>- Reduce manual work</a:t>
            </a:r>
          </a:p>
          <a:p>
            <a:r>
              <a:t>- Maintain accurate records</a:t>
            </a:r>
          </a:p>
          <a:p>
            <a:r>
              <a:t>- Provide easy access to library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Book Management</a:t>
            </a:r>
          </a:p>
          <a:p>
            <a:r>
              <a:t>- User Management</a:t>
            </a:r>
          </a:p>
          <a:p>
            <a:r>
              <a:t>- Issue &amp; Return Books</a:t>
            </a:r>
          </a:p>
          <a:p>
            <a:r>
              <a:t>- Search and Filter Books</a:t>
            </a:r>
          </a:p>
          <a:p>
            <a:r>
              <a:t>- Admin and User Login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Programming Language: C / Java / Python (based on project)</a:t>
            </a:r>
          </a:p>
          <a:p>
            <a:r>
              <a:t>- Database: MySQL / File Handling</a:t>
            </a:r>
          </a:p>
          <a:p>
            <a:r>
              <a:t>- Frontend: Console / Web Interface</a:t>
            </a:r>
          </a:p>
          <a:p>
            <a:r>
              <a:t>- Version Control: Git &amp;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 Interface</a:t>
            </a:r>
          </a:p>
          <a:p>
            <a:r>
              <a:t>- Application Logic</a:t>
            </a:r>
          </a:p>
          <a:p>
            <a:r>
              <a:t>- Database Layer</a:t>
            </a:r>
          </a:p>
          <a:p>
            <a:r>
              <a:t>All components interact to manage library data efficiently.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 code hosted on GitHub</a:t>
            </a:r>
          </a:p>
          <a:p>
            <a:r>
              <a:t>- Version control using Git</a:t>
            </a:r>
          </a:p>
          <a:p>
            <a:r>
              <a:t>- Easy collaboration and updates</a:t>
            </a:r>
          </a:p>
          <a:p>
            <a:r>
              <a:t>- Open-source and well-documented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Saves time and effort</a:t>
            </a:r>
          </a:p>
          <a:p>
            <a:r>
              <a:t>- Improves accuracy</a:t>
            </a:r>
          </a:p>
          <a:p>
            <a:r>
              <a:t>- Easy data retrieval</a:t>
            </a:r>
          </a:p>
          <a:p>
            <a:r>
              <a:t>- Secure and reliable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Library Management System simplifies library activities.</a:t>
            </a:r>
          </a:p>
          <a:p>
            <a:r>
              <a:t>Using GitHub ensures better collaboration, version control, and project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